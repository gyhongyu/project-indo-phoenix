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zh-TW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17165" name="標題佔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2062450230" name="日期佔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zh-TW"/>
              <a:t>10/30/2013</a:t>
            </a:fld>
            <a:endParaRPr lang="zh-TW"/>
          </a:p>
        </p:txBody>
      </p:sp>
      <p:sp>
        <p:nvSpPr>
          <p:cNvPr id="75698766" name="幻燈片圖像佔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TW"/>
          </a:p>
        </p:txBody>
      </p:sp>
      <p:sp>
        <p:nvSpPr>
          <p:cNvPr id="498358033" name="備註 佔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TW"/>
              <a:t>單擊以編輯主文本樣式</a:t>
            </a:r>
            <a:endParaRPr/>
          </a:p>
          <a:p>
            <a:pPr lvl="1">
              <a:defRPr/>
            </a:pPr>
            <a:r>
              <a:rPr lang="zh-TW"/>
              <a:t>第二級</a:t>
            </a:r>
            <a:endParaRPr/>
          </a:p>
          <a:p>
            <a:pPr lvl="2">
              <a:defRPr/>
            </a:pPr>
            <a:r>
              <a:rPr lang="zh-TW"/>
              <a:t>三級</a:t>
            </a:r>
            <a:endParaRPr/>
          </a:p>
          <a:p>
            <a:pPr lvl="3">
              <a:defRPr/>
            </a:pPr>
            <a:r>
              <a:rPr lang="zh-TW"/>
              <a:t>第四級</a:t>
            </a:r>
            <a:endParaRPr/>
          </a:p>
          <a:p>
            <a:pPr lvl="4">
              <a:defRPr/>
            </a:pPr>
            <a:r>
              <a:rPr lang="zh-TW"/>
              <a:t>第五級</a:t>
            </a:r>
            <a:endParaRPr lang="zh-TW"/>
          </a:p>
        </p:txBody>
      </p:sp>
      <p:sp>
        <p:nvSpPr>
          <p:cNvPr id="1272981013" name="頁腳佔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81925882" name="幻燈片編號佔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zh-TW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484667" name="幻燈片圖像佔位符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8062964" name="備註 佔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TW">
              <a:latin typeface="Arial"/>
              <a:cs typeface="Arial"/>
            </a:endParaRPr>
          </a:p>
        </p:txBody>
      </p:sp>
      <p:sp>
        <p:nvSpPr>
          <p:cNvPr id="14113608" name="幻燈片編號佔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zh-TW"/>
              <a:t>1</a:t>
            </a:fld>
            <a:endParaRPr 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A0B919-A4A0-3B8C-7A24-B118C1CF3D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27160D-2E67-3AFD-5CE3-F58873BB38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標題投影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914652" name="標題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934217592" name="副標題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TW"/>
              <a:t>按一下以編輯母片副標題樣式</a:t>
            </a:r>
            <a:endParaRPr lang="zh-TW"/>
          </a:p>
        </p:txBody>
      </p:sp>
      <p:sp>
        <p:nvSpPr>
          <p:cNvPr id="1390965631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719492918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389347203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標題及物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168610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345651152" name="內容版面配置區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856969619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475623353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456045422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章節標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02818" name="標題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314885289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1261205023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936123395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002123914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兩項物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622574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220933354" name="內容版面配置區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36717096" name="內容版面配置區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578999124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411271737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996848268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比對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496857" name="標題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52773745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772684662" name="內容版面配置區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121141347" name="文字版面配置區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1098803995" name="內容版面配置區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26059151" name="日期版面配置區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489808579" name="頁尾版面配置區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854139449" name="投影片編號版面配置區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只有標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261538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798299527" name="日期版面配置區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84409982" name="頁尾版面配置區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66035328" name="投影片編號版面配置區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245696" name="日期版面配置區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544257039" name="頁尾版面配置區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60882495" name="投影片編號版面配置區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含標題的內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479689" name="標題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2073818286" name="內容版面配置區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401132983" name="文字版面配置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809381313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674965917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355058027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含標題的圖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135283" name="標題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61744250" name="圖片版面配置區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zh-TW"/>
              <a:t>點擊圖標添加圖片</a:t>
            </a:r>
            <a:endParaRPr lang="zh-TW"/>
          </a:p>
        </p:txBody>
      </p:sp>
      <p:sp>
        <p:nvSpPr>
          <p:cNvPr id="93519471" name="文字版面配置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1122284068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456150910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553444335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標題及直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32008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461776944" name="直排文字版面配置區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915310725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433377520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75313472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直排標題及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262131" name="直排標題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139475234" name="直排文字版面配置區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645493905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930807988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026913829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630480" name="標題版面配置區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82201106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541419206" name="日期版面配置區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883229176" name="頁尾版面配置區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2053889872" name="投影片編號版面配置區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25120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19418" y="4353221"/>
            <a:ext cx="4827138" cy="2693541"/>
          </a:xfrm>
          <a:prstGeom prst="rect">
            <a:avLst/>
          </a:prstGeom>
        </p:spPr>
      </p:pic>
      <p:pic>
        <p:nvPicPr>
          <p:cNvPr id="18371143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95999" y="508466"/>
            <a:ext cx="2570670" cy="2393936"/>
          </a:xfrm>
          <a:prstGeom prst="rect">
            <a:avLst/>
          </a:prstGeom>
        </p:spPr>
      </p:pic>
      <p:pic>
        <p:nvPicPr>
          <p:cNvPr id="72125660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569149" y="1022269"/>
            <a:ext cx="3786078" cy="2930424"/>
          </a:xfrm>
          <a:prstGeom prst="rect">
            <a:avLst/>
          </a:prstGeom>
        </p:spPr>
      </p:pic>
      <p:pic>
        <p:nvPicPr>
          <p:cNvPr id="78811607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504491" y="3621390"/>
            <a:ext cx="6640226" cy="3190699"/>
          </a:xfrm>
          <a:prstGeom prst="rect">
            <a:avLst/>
          </a:prstGeom>
        </p:spPr>
      </p:pic>
      <p:pic>
        <p:nvPicPr>
          <p:cNvPr id="79445997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-280091" y="817962"/>
            <a:ext cx="6309541" cy="3339039"/>
          </a:xfrm>
          <a:prstGeom prst="rect">
            <a:avLst/>
          </a:prstGeom>
        </p:spPr>
      </p:pic>
      <p:pic>
        <p:nvPicPr>
          <p:cNvPr id="699627133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rot="10800000" flipH="0" flipV="0">
            <a:off x="247083" y="3952694"/>
            <a:ext cx="3427698" cy="642692"/>
          </a:xfrm>
          <a:prstGeom prst="rect">
            <a:avLst/>
          </a:prstGeom>
        </p:spPr>
      </p:pic>
      <p:pic>
        <p:nvPicPr>
          <p:cNvPr id="2008580127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8973603" y="163809"/>
            <a:ext cx="2763249" cy="1541625"/>
          </a:xfrm>
          <a:prstGeom prst="rect">
            <a:avLst/>
          </a:prstGeom>
        </p:spPr>
      </p:pic>
      <p:pic>
        <p:nvPicPr>
          <p:cNvPr id="442462006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435553" y="-169166"/>
            <a:ext cx="4994868" cy="1750362"/>
          </a:xfrm>
          <a:prstGeom prst="rect">
            <a:avLst/>
          </a:prstGeom>
        </p:spPr>
      </p:pic>
      <p:grpSp>
        <p:nvGrpSpPr>
          <p:cNvPr id="1681791401" name=""/>
          <p:cNvGrpSpPr/>
          <p:nvPr/>
        </p:nvGrpSpPr>
        <p:grpSpPr bwMode="auto">
          <a:xfrm flipH="0" flipV="0">
            <a:off x="9293151" y="5363586"/>
            <a:ext cx="2701656" cy="1163370"/>
            <a:chOff x="0" y="0"/>
            <a:chExt cx="2701656" cy="1163370"/>
          </a:xfrm>
        </p:grpSpPr>
        <p:pic>
          <p:nvPicPr>
            <p:cNvPr id="2012558876" name=""/>
            <p:cNvPicPr>
              <a:picLocks noChangeAspect="1"/>
            </p:cNvPicPr>
            <p:nvPr/>
          </p:nvPicPr>
          <p:blipFill rotWithShape="1">
            <a:blip r:embed="rId11"/>
            <a:stretch/>
          </p:blipFill>
          <p:spPr bwMode="auto">
            <a:xfrm flipH="0" flipV="0">
              <a:off x="0" y="646867"/>
              <a:ext cx="2701656" cy="516502"/>
            </a:xfrm>
            <a:prstGeom prst="rect">
              <a:avLst/>
            </a:prstGeom>
          </p:spPr>
        </p:pic>
        <p:pic>
          <p:nvPicPr>
            <p:cNvPr id="1965093262" name=""/>
            <p:cNvPicPr>
              <a:picLocks noChangeAspect="1"/>
            </p:cNvPicPr>
            <p:nvPr/>
          </p:nvPicPr>
          <p:blipFill rotWithShape="1">
            <a:blip r:embed="rId11"/>
            <a:stretch/>
          </p:blipFill>
          <p:spPr bwMode="auto">
            <a:xfrm flipH="0" flipV="1">
              <a:off x="0" y="0"/>
              <a:ext cx="2701656" cy="64686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50415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3836" y="96361"/>
            <a:ext cx="12219673" cy="6665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43901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0" y="-33912"/>
            <a:ext cx="12191999" cy="6860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2026-08-29T16:45:37Z</dcterms:modified>
</cp:coreProperties>
</file>